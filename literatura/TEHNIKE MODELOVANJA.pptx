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6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52647D-6E24-4EDC-BDE0-F8CF4A58B99C}" type="datetimeFigureOut">
              <a:rPr lang="en-US" smtClean="0"/>
              <a:t>11/12/2013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8B7C66B-E9D2-4549-B623-BA78F62E5D61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2428868"/>
            <a:ext cx="7851648" cy="1057268"/>
          </a:xfrm>
        </p:spPr>
        <p:txBody>
          <a:bodyPr>
            <a:normAutofit/>
          </a:bodyPr>
          <a:lstStyle/>
          <a:p>
            <a:r>
              <a:rPr lang="sr-Latn-RS" dirty="0" smtClean="0">
                <a:solidFill>
                  <a:srgbClr val="0070C0"/>
                </a:solidFill>
              </a:rPr>
              <a:t>TEHNIKE MODELOVANJA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sr-Latn-RS" dirty="0" smtClean="0">
                <a:solidFill>
                  <a:srgbClr val="0070C0"/>
                </a:solidFill>
              </a:rPr>
              <a:t>TEHNIKE MODELOVANJA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 err="1" smtClean="0"/>
              <a:t>Savremena</a:t>
            </a:r>
            <a:r>
              <a:rPr lang="en-US" dirty="0" smtClean="0"/>
              <a:t> </a:t>
            </a:r>
            <a:r>
              <a:rPr lang="en-US" dirty="0" err="1" smtClean="0"/>
              <a:t>kompjuterska</a:t>
            </a:r>
            <a:r>
              <a:rPr lang="en-US" dirty="0" smtClean="0"/>
              <a:t> </a:t>
            </a:r>
            <a:r>
              <a:rPr lang="en-US" dirty="0" err="1" smtClean="0"/>
              <a:t>animacija</a:t>
            </a:r>
            <a:r>
              <a:rPr lang="en-US" dirty="0" smtClean="0"/>
              <a:t> je </a:t>
            </a:r>
            <a:r>
              <a:rPr lang="en-US" dirty="0" err="1" smtClean="0"/>
              <a:t>složen</a:t>
            </a:r>
            <a:r>
              <a:rPr lang="en-US" dirty="0" smtClean="0"/>
              <a:t> </a:t>
            </a:r>
            <a:r>
              <a:rPr lang="en-US" dirty="0" err="1" smtClean="0"/>
              <a:t>niz</a:t>
            </a:r>
            <a:r>
              <a:rPr lang="en-US" dirty="0" smtClean="0"/>
              <a:t> </a:t>
            </a:r>
            <a:r>
              <a:rPr lang="en-US" dirty="0" err="1" smtClean="0"/>
              <a:t>postupaka</a:t>
            </a:r>
            <a:r>
              <a:rPr lang="en-US" dirty="0" smtClean="0"/>
              <a:t> </a:t>
            </a:r>
            <a:r>
              <a:rPr lang="en-US" dirty="0" err="1" smtClean="0"/>
              <a:t>generisanja</a:t>
            </a:r>
            <a:r>
              <a:rPr lang="en-US" dirty="0" smtClean="0"/>
              <a:t> </a:t>
            </a:r>
            <a:r>
              <a:rPr lang="en-US" dirty="0" err="1" smtClean="0"/>
              <a:t>umetničkog</a:t>
            </a:r>
            <a:r>
              <a:rPr lang="en-US" dirty="0" smtClean="0"/>
              <a:t> </a:t>
            </a:r>
            <a:r>
              <a:rPr lang="en-US" dirty="0" err="1" smtClean="0"/>
              <a:t>dela</a:t>
            </a:r>
            <a:r>
              <a:rPr lang="en-US" dirty="0" smtClean="0"/>
              <a:t> </a:t>
            </a:r>
            <a:r>
              <a:rPr lang="en-US" dirty="0" err="1" smtClean="0"/>
              <a:t>integrisan</a:t>
            </a:r>
            <a:r>
              <a:rPr lang="sr-Latn-RS" dirty="0" smtClean="0"/>
              <a:t>jem</a:t>
            </a:r>
            <a:r>
              <a:rPr lang="en-US" dirty="0" smtClean="0"/>
              <a:t> </a:t>
            </a:r>
            <a:r>
              <a:rPr lang="en-US" dirty="0" err="1" smtClean="0"/>
              <a:t>prostora</a:t>
            </a:r>
            <a:r>
              <a:rPr lang="en-US" dirty="0" smtClean="0"/>
              <a:t>, </a:t>
            </a:r>
            <a:r>
              <a:rPr lang="en-US" dirty="0" err="1" smtClean="0"/>
              <a:t>vremena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pokreta</a:t>
            </a:r>
            <a:r>
              <a:rPr lang="en-US" dirty="0" smtClean="0"/>
              <a:t>. </a:t>
            </a:r>
            <a:r>
              <a:rPr lang="en-US" dirty="0" err="1" smtClean="0"/>
              <a:t>Savremene</a:t>
            </a:r>
            <a:r>
              <a:rPr lang="en-US" dirty="0" smtClean="0"/>
              <a:t> </a:t>
            </a:r>
            <a:r>
              <a:rPr lang="en-US" dirty="0" err="1" smtClean="0"/>
              <a:t>programske</a:t>
            </a:r>
            <a:r>
              <a:rPr lang="en-US" dirty="0" smtClean="0"/>
              <a:t> </a:t>
            </a:r>
            <a:r>
              <a:rPr lang="en-US" dirty="0" err="1" smtClean="0"/>
              <a:t>tehnologije</a:t>
            </a:r>
            <a:r>
              <a:rPr lang="en-US" dirty="0" smtClean="0"/>
              <a:t> </a:t>
            </a:r>
            <a:r>
              <a:rPr lang="en-US" dirty="0" err="1" smtClean="0"/>
              <a:t>omogućavaju</a:t>
            </a:r>
            <a:r>
              <a:rPr lang="en-US" dirty="0" smtClean="0"/>
              <a:t> </a:t>
            </a:r>
            <a:r>
              <a:rPr lang="en-US" dirty="0" err="1" smtClean="0"/>
              <a:t>sledeće</a:t>
            </a:r>
            <a:r>
              <a:rPr lang="en-US" dirty="0" smtClean="0"/>
              <a:t> </a:t>
            </a:r>
            <a:r>
              <a:rPr lang="en-US" dirty="0" err="1" smtClean="0"/>
              <a:t>postupke</a:t>
            </a:r>
            <a:r>
              <a:rPr lang="en-US" dirty="0" smtClean="0"/>
              <a:t>:</a:t>
            </a:r>
          </a:p>
          <a:p>
            <a:pPr lvl="0"/>
            <a:r>
              <a:rPr lang="en-US" dirty="0" err="1" smtClean="0"/>
              <a:t>Dvodimenzionalno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trodimenzionalno</a:t>
            </a:r>
            <a:r>
              <a:rPr lang="en-US" dirty="0" smtClean="0"/>
              <a:t> </a:t>
            </a:r>
            <a:r>
              <a:rPr lang="en-US" dirty="0" err="1" smtClean="0"/>
              <a:t>modelovanje</a:t>
            </a:r>
            <a:r>
              <a:rPr lang="en-US" dirty="0" smtClean="0"/>
              <a:t>,</a:t>
            </a:r>
          </a:p>
          <a:p>
            <a:pPr lvl="0"/>
            <a:r>
              <a:rPr lang="en-US" dirty="0" err="1" smtClean="0"/>
              <a:t>Dvodimenzionalnu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trodimenzionalnu</a:t>
            </a:r>
            <a:r>
              <a:rPr lang="en-US" dirty="0" smtClean="0"/>
              <a:t> </a:t>
            </a:r>
            <a:r>
              <a:rPr lang="en-US" dirty="0" err="1" smtClean="0"/>
              <a:t>materijalizaciju</a:t>
            </a:r>
            <a:r>
              <a:rPr lang="en-US" dirty="0" smtClean="0"/>
              <a:t>,</a:t>
            </a:r>
          </a:p>
          <a:p>
            <a:pPr lvl="0"/>
            <a:r>
              <a:rPr lang="en-US" dirty="0" err="1" smtClean="0"/>
              <a:t>Generisanje</a:t>
            </a:r>
            <a:r>
              <a:rPr lang="en-US" dirty="0" smtClean="0"/>
              <a:t> scene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atmosfere</a:t>
            </a:r>
            <a:r>
              <a:rPr lang="en-US" dirty="0" smtClean="0"/>
              <a:t>, </a:t>
            </a:r>
            <a:r>
              <a:rPr lang="en-US" dirty="0" err="1" smtClean="0"/>
              <a:t>svetlosti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atmosferskih</a:t>
            </a:r>
            <a:r>
              <a:rPr lang="en-US" dirty="0" smtClean="0"/>
              <a:t> </a:t>
            </a:r>
            <a:r>
              <a:rPr lang="en-US" dirty="0" err="1" smtClean="0"/>
              <a:t>pojava</a:t>
            </a:r>
            <a:r>
              <a:rPr lang="en-US" dirty="0" smtClean="0"/>
              <a:t>,</a:t>
            </a:r>
          </a:p>
          <a:p>
            <a:pPr lvl="0"/>
            <a:r>
              <a:rPr lang="en-US" dirty="0" err="1" smtClean="0"/>
              <a:t>Animaciju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simulaciju</a:t>
            </a:r>
            <a:endParaRPr lang="en-US" dirty="0" smtClean="0"/>
          </a:p>
          <a:p>
            <a:pPr lvl="0"/>
            <a:r>
              <a:rPr lang="en-US" dirty="0" err="1" smtClean="0"/>
              <a:t>Finalni</a:t>
            </a:r>
            <a:r>
              <a:rPr lang="en-US" dirty="0" smtClean="0"/>
              <a:t> </a:t>
            </a:r>
            <a:r>
              <a:rPr lang="en-US" dirty="0" err="1" smtClean="0"/>
              <a:t>ili</a:t>
            </a:r>
            <a:r>
              <a:rPr lang="en-US" dirty="0" smtClean="0"/>
              <a:t> </a:t>
            </a:r>
            <a:r>
              <a:rPr lang="en-US" dirty="0" err="1" smtClean="0"/>
              <a:t>kompozitni</a:t>
            </a:r>
            <a:r>
              <a:rPr lang="en-US" dirty="0" smtClean="0"/>
              <a:t> rendering.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sr-Latn-RS" dirty="0" smtClean="0">
                <a:solidFill>
                  <a:srgbClr val="0070C0"/>
                </a:solidFill>
              </a:rPr>
              <a:t>TEHNIKE MODELOVANJA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err="1" smtClean="0"/>
              <a:t>Tehnike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modelovanja</a:t>
            </a:r>
            <a:r>
              <a:rPr lang="en-US" sz="2400" dirty="0" smtClean="0"/>
              <a:t> </a:t>
            </a:r>
            <a:r>
              <a:rPr lang="en-US" sz="2400" dirty="0" err="1" smtClean="0"/>
              <a:t>služe</a:t>
            </a:r>
            <a:r>
              <a:rPr lang="en-US" sz="2400" dirty="0" smtClean="0"/>
              <a:t> </a:t>
            </a:r>
            <a:r>
              <a:rPr lang="en-US" sz="2400" dirty="0" err="1" smtClean="0"/>
              <a:t>izgradnji</a:t>
            </a:r>
            <a:r>
              <a:rPr lang="en-US" sz="2400" dirty="0" smtClean="0"/>
              <a:t> </a:t>
            </a:r>
            <a:r>
              <a:rPr lang="en-US" sz="2400" dirty="0" err="1" smtClean="0"/>
              <a:t>trodimenzionalnog</a:t>
            </a:r>
            <a:r>
              <a:rPr lang="en-US" sz="2400" dirty="0" smtClean="0"/>
              <a:t> </a:t>
            </a:r>
            <a:r>
              <a:rPr lang="en-US" sz="2400" dirty="0" err="1" smtClean="0"/>
              <a:t>aktera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objekta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delova</a:t>
            </a:r>
            <a:r>
              <a:rPr lang="en-US" sz="2400" dirty="0" smtClean="0"/>
              <a:t> scene. </a:t>
            </a:r>
            <a:endParaRPr lang="sr-Latn-RS" sz="2400" dirty="0" smtClean="0"/>
          </a:p>
          <a:p>
            <a:pPr marL="0" indent="0" algn="just">
              <a:buNone/>
            </a:pPr>
            <a:r>
              <a:rPr lang="sr-Latn-RS" sz="2400" dirty="0" smtClean="0"/>
              <a:t>Postoje </a:t>
            </a:r>
            <a:r>
              <a:rPr lang="en-US" sz="2400" dirty="0" err="1" smtClean="0"/>
              <a:t>četiri</a:t>
            </a:r>
            <a:r>
              <a:rPr lang="en-US" sz="2400" dirty="0" smtClean="0"/>
              <a:t> </a:t>
            </a:r>
            <a:r>
              <a:rPr lang="en-US" sz="2400" dirty="0" err="1" smtClean="0"/>
              <a:t>različite</a:t>
            </a:r>
            <a:r>
              <a:rPr lang="en-US" sz="2400" dirty="0" smtClean="0"/>
              <a:t> </a:t>
            </a:r>
            <a:r>
              <a:rPr lang="en-US" sz="2400" dirty="0" err="1" smtClean="0"/>
              <a:t>tehnike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modelovanja</a:t>
            </a:r>
            <a:r>
              <a:rPr lang="en-US" sz="2400" dirty="0" smtClean="0"/>
              <a:t> </a:t>
            </a:r>
            <a:r>
              <a:rPr lang="en-US" sz="2400" dirty="0" err="1" smtClean="0"/>
              <a:t>kombinovanja</a:t>
            </a:r>
            <a:r>
              <a:rPr lang="en-US" sz="2400" dirty="0" smtClean="0"/>
              <a:t>. Te </a:t>
            </a:r>
            <a:r>
              <a:rPr lang="en-US" sz="2400" dirty="0" err="1" smtClean="0"/>
              <a:t>tehnike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modelovanja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:</a:t>
            </a:r>
          </a:p>
          <a:p>
            <a:pPr lvl="0"/>
            <a:r>
              <a:rPr lang="en-US" sz="2400" dirty="0" err="1" smtClean="0"/>
              <a:t>Elementarno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modelovanje</a:t>
            </a:r>
            <a:r>
              <a:rPr lang="en-US" sz="2400" dirty="0" smtClean="0"/>
              <a:t>,</a:t>
            </a:r>
          </a:p>
          <a:p>
            <a:pPr lvl="0"/>
            <a:r>
              <a:rPr lang="en-US" sz="2400" dirty="0" err="1" smtClean="0"/>
              <a:t>Deformativno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modelovanje</a:t>
            </a:r>
            <a:r>
              <a:rPr lang="en-US" sz="2400" dirty="0" smtClean="0"/>
              <a:t>,</a:t>
            </a:r>
          </a:p>
          <a:p>
            <a:pPr lvl="0"/>
            <a:r>
              <a:rPr lang="en-US" sz="2400" dirty="0" err="1" smtClean="0"/>
              <a:t>Segmentarno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modelovanje</a:t>
            </a:r>
            <a:r>
              <a:rPr lang="en-US" sz="2400" dirty="0" smtClean="0"/>
              <a:t>,</a:t>
            </a:r>
          </a:p>
          <a:p>
            <a:pPr lvl="0"/>
            <a:r>
              <a:rPr lang="en-US" sz="2400" dirty="0" err="1" smtClean="0"/>
              <a:t>Proceduralno</a:t>
            </a:r>
            <a:r>
              <a:rPr lang="en-US" sz="2400" dirty="0" smtClean="0"/>
              <a:t> </a:t>
            </a:r>
            <a:r>
              <a:rPr lang="en-US" sz="2400" dirty="0" err="1" smtClean="0"/>
              <a:t>modelovanje</a:t>
            </a:r>
            <a:endParaRPr lang="en-US" sz="2400" dirty="0" smtClean="0"/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4400" dirty="0" smtClean="0"/>
              <a:t>ELEMENTARNO MODELOVANJE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/>
            <a:r>
              <a:rPr lang="sr-Latn-RS" dirty="0" smtClean="0"/>
              <a:t> </a:t>
            </a:r>
            <a:r>
              <a:rPr lang="en-US" dirty="0" err="1" smtClean="0"/>
              <a:t>analitički</a:t>
            </a:r>
            <a:r>
              <a:rPr lang="en-US" dirty="0" smtClean="0"/>
              <a:t> </a:t>
            </a:r>
            <a:r>
              <a:rPr lang="en-US" dirty="0" err="1" smtClean="0"/>
              <a:t>pristup</a:t>
            </a:r>
            <a:r>
              <a:rPr lang="en-US" dirty="0" smtClean="0"/>
              <a:t> </a:t>
            </a:r>
            <a:r>
              <a:rPr lang="en-US" dirty="0" err="1" smtClean="0"/>
              <a:t>stvaralačkom</a:t>
            </a:r>
            <a:r>
              <a:rPr lang="en-US" dirty="0" smtClean="0"/>
              <a:t> </a:t>
            </a:r>
            <a:r>
              <a:rPr lang="en-US" dirty="0" err="1" smtClean="0"/>
              <a:t>proce</a:t>
            </a:r>
            <a:r>
              <a:rPr lang="sr-Latn-RS" dirty="0" smtClean="0"/>
              <a:t>s</a:t>
            </a:r>
            <a:r>
              <a:rPr lang="en-US" dirty="0" smtClean="0"/>
              <a:t>u</a:t>
            </a:r>
            <a:endParaRPr lang="sr-Latn-RS" dirty="0" smtClean="0"/>
          </a:p>
          <a:p>
            <a:pPr marL="0" indent="0" algn="just"/>
            <a:r>
              <a:rPr lang="en-US" dirty="0" smtClean="0"/>
              <a:t> </a:t>
            </a:r>
            <a:r>
              <a:rPr lang="sr-Latn-RS" dirty="0" smtClean="0"/>
              <a:t>ž</a:t>
            </a:r>
            <a:r>
              <a:rPr lang="en-US" dirty="0" err="1" smtClean="0"/>
              <a:t>eljeni</a:t>
            </a:r>
            <a:r>
              <a:rPr lang="en-US" dirty="0" smtClean="0"/>
              <a:t> </a:t>
            </a:r>
            <a:r>
              <a:rPr lang="en-US" dirty="0" err="1" smtClean="0"/>
              <a:t>oblik</a:t>
            </a:r>
            <a:r>
              <a:rPr lang="en-US" dirty="0" smtClean="0"/>
              <a:t> </a:t>
            </a:r>
            <a:r>
              <a:rPr lang="en-US" dirty="0" err="1" smtClean="0"/>
              <a:t>sagledava</a:t>
            </a:r>
            <a:r>
              <a:rPr lang="en-US" dirty="0" smtClean="0"/>
              <a:t> se </a:t>
            </a:r>
            <a:r>
              <a:rPr lang="en-US" dirty="0" err="1" smtClean="0"/>
              <a:t>unazad</a:t>
            </a:r>
            <a:r>
              <a:rPr lang="en-US" dirty="0" smtClean="0"/>
              <a:t> </a:t>
            </a:r>
            <a:r>
              <a:rPr lang="en-US" dirty="0" err="1" smtClean="0"/>
              <a:t>od</a:t>
            </a:r>
            <a:r>
              <a:rPr lang="en-US" dirty="0" smtClean="0"/>
              <a:t> </a:t>
            </a:r>
            <a:r>
              <a:rPr lang="en-US" dirty="0" err="1" smtClean="0"/>
              <a:t>potpunog</a:t>
            </a:r>
            <a:r>
              <a:rPr lang="en-US" dirty="0" smtClean="0"/>
              <a:t> </a:t>
            </a:r>
            <a:r>
              <a:rPr lang="en-US" dirty="0" err="1" smtClean="0"/>
              <a:t>volumena</a:t>
            </a:r>
            <a:r>
              <a:rPr lang="en-US" dirty="0" smtClean="0"/>
              <a:t>, </a:t>
            </a:r>
            <a:r>
              <a:rPr lang="en-US" dirty="0" err="1" smtClean="0"/>
              <a:t>preko</a:t>
            </a:r>
            <a:r>
              <a:rPr lang="en-US" dirty="0" smtClean="0"/>
              <a:t> </a:t>
            </a:r>
            <a:r>
              <a:rPr lang="en-US" dirty="0" err="1" smtClean="0"/>
              <a:t>površine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</a:t>
            </a:r>
            <a:r>
              <a:rPr lang="en-US" dirty="0" err="1" smtClean="0"/>
              <a:t>ga</a:t>
            </a:r>
            <a:r>
              <a:rPr lang="en-US" dirty="0" smtClean="0"/>
              <a:t> </a:t>
            </a:r>
            <a:r>
              <a:rPr lang="en-US" dirty="0" err="1" smtClean="0"/>
              <a:t>čine</a:t>
            </a:r>
            <a:r>
              <a:rPr lang="en-US" dirty="0" smtClean="0"/>
              <a:t>, do </a:t>
            </a:r>
            <a:r>
              <a:rPr lang="en-US" dirty="0" err="1" smtClean="0"/>
              <a:t>elemenata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grade </a:t>
            </a:r>
            <a:r>
              <a:rPr lang="en-US" dirty="0" err="1" smtClean="0"/>
              <a:t>površine</a:t>
            </a:r>
            <a:r>
              <a:rPr lang="en-US" dirty="0" smtClean="0"/>
              <a:t>.</a:t>
            </a:r>
            <a:endParaRPr lang="sr-Latn-RS" dirty="0" smtClean="0"/>
          </a:p>
          <a:p>
            <a:pPr marL="0" indent="0" algn="just"/>
            <a:r>
              <a:rPr lang="en-US" dirty="0" err="1" smtClean="0"/>
              <a:t>početni</a:t>
            </a:r>
            <a:r>
              <a:rPr lang="en-US" dirty="0" smtClean="0"/>
              <a:t> </a:t>
            </a:r>
            <a:r>
              <a:rPr lang="en-US" dirty="0" err="1" smtClean="0"/>
              <a:t>korak</a:t>
            </a:r>
            <a:r>
              <a:rPr lang="en-US" dirty="0" smtClean="0"/>
              <a:t> </a:t>
            </a:r>
            <a:r>
              <a:rPr lang="sr-Latn-RS" dirty="0" smtClean="0"/>
              <a:t>pri stvaranju modela </a:t>
            </a:r>
            <a:r>
              <a:rPr lang="en-US" dirty="0" smtClean="0"/>
              <a:t>je </a:t>
            </a:r>
            <a:r>
              <a:rPr lang="en-US" dirty="0" err="1" smtClean="0"/>
              <a:t>iscrtavanje</a:t>
            </a:r>
            <a:r>
              <a:rPr lang="en-US" dirty="0" smtClean="0"/>
              <a:t> </a:t>
            </a:r>
            <a:r>
              <a:rPr lang="en-US" dirty="0" err="1" smtClean="0"/>
              <a:t>linije</a:t>
            </a:r>
            <a:r>
              <a:rPr lang="en-US" dirty="0" smtClean="0"/>
              <a:t>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tačke</a:t>
            </a:r>
            <a:r>
              <a:rPr lang="en-US" dirty="0" smtClean="0"/>
              <a:t>, </a:t>
            </a:r>
            <a:r>
              <a:rPr lang="en-US" dirty="0" err="1" smtClean="0"/>
              <a:t>potom</a:t>
            </a:r>
            <a:r>
              <a:rPr lang="en-US" dirty="0" smtClean="0"/>
              <a:t> </a:t>
            </a:r>
            <a:r>
              <a:rPr lang="en-US" dirty="0" err="1" smtClean="0"/>
              <a:t>ostalih</a:t>
            </a:r>
            <a:r>
              <a:rPr lang="en-US" dirty="0" smtClean="0"/>
              <a:t> </a:t>
            </a:r>
            <a:r>
              <a:rPr lang="en-US" dirty="0" err="1" smtClean="0"/>
              <a:t>linija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</a:t>
            </a:r>
            <a:r>
              <a:rPr lang="en-US" dirty="0" err="1" smtClean="0"/>
              <a:t>definišu</a:t>
            </a:r>
            <a:r>
              <a:rPr lang="en-US" dirty="0" smtClean="0"/>
              <a:t> </a:t>
            </a:r>
            <a:r>
              <a:rPr lang="en-US" dirty="0" err="1" smtClean="0"/>
              <a:t>spoj</a:t>
            </a:r>
            <a:r>
              <a:rPr lang="en-US" dirty="0" smtClean="0"/>
              <a:t> </a:t>
            </a:r>
            <a:r>
              <a:rPr lang="en-US" dirty="0" err="1" smtClean="0"/>
              <a:t>ili</a:t>
            </a:r>
            <a:r>
              <a:rPr lang="en-US" dirty="0" smtClean="0"/>
              <a:t> </a:t>
            </a:r>
            <a:r>
              <a:rPr lang="en-US" dirty="0" err="1" smtClean="0"/>
              <a:t>presek</a:t>
            </a:r>
            <a:r>
              <a:rPr lang="en-US" dirty="0" smtClean="0"/>
              <a:t> </a:t>
            </a:r>
            <a:r>
              <a:rPr lang="en-US" dirty="0" err="1" smtClean="0"/>
              <a:t>površine</a:t>
            </a:r>
            <a:r>
              <a:rPr lang="en-US" dirty="0" smtClean="0"/>
              <a:t>, </a:t>
            </a:r>
            <a:r>
              <a:rPr lang="en-US" dirty="0" err="1" smtClean="0"/>
              <a:t>potom</a:t>
            </a:r>
            <a:r>
              <a:rPr lang="en-US" dirty="0" smtClean="0"/>
              <a:t> se grade </a:t>
            </a:r>
            <a:r>
              <a:rPr lang="en-US" dirty="0" err="1" smtClean="0"/>
              <a:t>površine</a:t>
            </a:r>
            <a:r>
              <a:rPr lang="en-US" dirty="0" smtClean="0"/>
              <a:t> </a:t>
            </a:r>
            <a:r>
              <a:rPr lang="en-US" dirty="0" err="1" smtClean="0"/>
              <a:t>čijim</a:t>
            </a:r>
            <a:r>
              <a:rPr lang="en-US" dirty="0" smtClean="0"/>
              <a:t> se </a:t>
            </a:r>
            <a:r>
              <a:rPr lang="en-US" dirty="0" err="1" smtClean="0"/>
              <a:t>spajanjem</a:t>
            </a:r>
            <a:r>
              <a:rPr lang="en-US" dirty="0" smtClean="0"/>
              <a:t> </a:t>
            </a:r>
            <a:r>
              <a:rPr lang="en-US" dirty="0" err="1" smtClean="0"/>
              <a:t>formira</a:t>
            </a:r>
            <a:r>
              <a:rPr lang="en-US" dirty="0" smtClean="0"/>
              <a:t> </a:t>
            </a:r>
            <a:r>
              <a:rPr lang="en-US" dirty="0" err="1" smtClean="0"/>
              <a:t>završni</a:t>
            </a:r>
            <a:r>
              <a:rPr lang="en-US" dirty="0" smtClean="0"/>
              <a:t> </a:t>
            </a:r>
            <a:r>
              <a:rPr lang="en-US" dirty="0" err="1" smtClean="0"/>
              <a:t>oblik</a:t>
            </a:r>
            <a:r>
              <a:rPr lang="en-US" dirty="0" smtClean="0"/>
              <a:t>.</a:t>
            </a:r>
            <a:endParaRPr lang="sr-Latn-RS" dirty="0" smtClean="0"/>
          </a:p>
          <a:p>
            <a:pPr marL="0" indent="0" algn="just"/>
            <a:r>
              <a:rPr lang="en-US" dirty="0" smtClean="0"/>
              <a:t> </a:t>
            </a:r>
            <a:r>
              <a:rPr lang="en-US" dirty="0" err="1" smtClean="0"/>
              <a:t>zasnovan</a:t>
            </a:r>
            <a:r>
              <a:rPr lang="sr-Latn-RS" dirty="0" smtClean="0"/>
              <a:t>o</a:t>
            </a:r>
            <a:r>
              <a:rPr lang="en-US" dirty="0" smtClean="0"/>
              <a:t> </a:t>
            </a:r>
            <a:r>
              <a:rPr lang="sr-Latn-RS" dirty="0" smtClean="0"/>
              <a:t>je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tzv</a:t>
            </a:r>
            <a:r>
              <a:rPr lang="en-US" dirty="0" smtClean="0"/>
              <a:t>. NURBS </a:t>
            </a:r>
            <a:r>
              <a:rPr lang="en-US" dirty="0" err="1" smtClean="0"/>
              <a:t>algoritmima</a:t>
            </a:r>
            <a:r>
              <a:rPr lang="en-US" dirty="0" smtClean="0"/>
              <a:t> (</a:t>
            </a:r>
            <a:r>
              <a:rPr lang="en-US" b="1" u="sng" dirty="0" smtClean="0"/>
              <a:t>N</a:t>
            </a:r>
            <a:r>
              <a:rPr lang="en-US" dirty="0" smtClean="0"/>
              <a:t>on </a:t>
            </a:r>
            <a:r>
              <a:rPr lang="en-US" b="1" u="sng" dirty="0" smtClean="0"/>
              <a:t>U</a:t>
            </a:r>
            <a:r>
              <a:rPr lang="en-US" dirty="0" smtClean="0"/>
              <a:t>niform </a:t>
            </a:r>
            <a:r>
              <a:rPr lang="en-US" b="1" u="sng" dirty="0" smtClean="0"/>
              <a:t>R</a:t>
            </a:r>
            <a:r>
              <a:rPr lang="en-US" dirty="0" smtClean="0"/>
              <a:t>ational </a:t>
            </a:r>
            <a:r>
              <a:rPr lang="en-US" b="1" u="sng" dirty="0" smtClean="0"/>
              <a:t>B</a:t>
            </a:r>
            <a:r>
              <a:rPr lang="en-US" dirty="0" smtClean="0"/>
              <a:t>i-</a:t>
            </a:r>
            <a:r>
              <a:rPr lang="en-US" b="1" u="sng" dirty="0" err="1" smtClean="0"/>
              <a:t>S</a:t>
            </a:r>
            <a:r>
              <a:rPr lang="en-US" dirty="0" err="1" smtClean="0"/>
              <a:t>pline</a:t>
            </a:r>
            <a:r>
              <a:rPr lang="en-US" dirty="0" smtClean="0"/>
              <a:t> - </a:t>
            </a:r>
            <a:r>
              <a:rPr lang="en-US" dirty="0" err="1" smtClean="0"/>
              <a:t>algoritmi</a:t>
            </a:r>
            <a:r>
              <a:rPr lang="en-US" dirty="0" smtClean="0"/>
              <a:t> </a:t>
            </a:r>
            <a:r>
              <a:rPr lang="en-US" dirty="0" err="1" smtClean="0"/>
              <a:t>iscrtavanja</a:t>
            </a:r>
            <a:r>
              <a:rPr lang="en-US" dirty="0" smtClean="0"/>
              <a:t> </a:t>
            </a:r>
            <a:r>
              <a:rPr lang="en-US" dirty="0" err="1" smtClean="0"/>
              <a:t>neuniformnih</a:t>
            </a:r>
            <a:r>
              <a:rPr lang="en-US" dirty="0" smtClean="0"/>
              <a:t> </a:t>
            </a:r>
            <a:r>
              <a:rPr lang="en-US" dirty="0" err="1" smtClean="0"/>
              <a:t>prostornih</a:t>
            </a:r>
            <a:r>
              <a:rPr lang="en-US" dirty="0" smtClean="0"/>
              <a:t> </a:t>
            </a:r>
            <a:r>
              <a:rPr lang="en-US" dirty="0" err="1" smtClean="0"/>
              <a:t>krivih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pPr algn="ctr"/>
            <a:r>
              <a:rPr lang="sr-Latn-RS" sz="4400" i="1" dirty="0" smtClean="0"/>
              <a:t>M</a:t>
            </a:r>
            <a:r>
              <a:rPr lang="en-US" sz="4400" i="1" dirty="0" err="1" smtClean="0"/>
              <a:t>odelovanje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lica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iscrtavanjem</a:t>
            </a:r>
            <a:r>
              <a:rPr lang="sr-Latn-RS" sz="4400" i="1" dirty="0" smtClean="0"/>
              <a:t/>
            </a:r>
            <a:br>
              <a:rPr lang="sr-Latn-RS" sz="4400" i="1" dirty="0" smtClean="0"/>
            </a:br>
            <a:r>
              <a:rPr lang="en-US" sz="4400" i="1" dirty="0" err="1" smtClean="0"/>
              <a:t>linija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i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izvlačenjem</a:t>
            </a:r>
            <a:r>
              <a:rPr lang="en-US" sz="4400" i="1" dirty="0" smtClean="0"/>
              <a:t> </a:t>
            </a:r>
            <a:r>
              <a:rPr lang="en-US" sz="4400" i="1" dirty="0" err="1" smtClean="0"/>
              <a:t>površine</a:t>
            </a:r>
            <a:endParaRPr lang="en-US" sz="4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425246"/>
            <a:ext cx="7215238" cy="392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4400" dirty="0" smtClean="0"/>
              <a:t>DEFORMATIVNO MODELOVANJE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/>
              <a:t>Ovu</a:t>
            </a:r>
            <a:r>
              <a:rPr lang="en-US" dirty="0" smtClean="0"/>
              <a:t> </a:t>
            </a:r>
            <a:r>
              <a:rPr lang="en-US" dirty="0" err="1" smtClean="0"/>
              <a:t>vrstu</a:t>
            </a:r>
            <a:r>
              <a:rPr lang="en-US" dirty="0" smtClean="0"/>
              <a:t> </a:t>
            </a:r>
            <a:r>
              <a:rPr lang="en-US" dirty="0" err="1" smtClean="0"/>
              <a:t>modelovanja</a:t>
            </a:r>
            <a:r>
              <a:rPr lang="en-US" dirty="0" smtClean="0"/>
              <a:t> </a:t>
            </a:r>
            <a:r>
              <a:rPr lang="en-US" dirty="0" err="1" smtClean="0"/>
              <a:t>čine</a:t>
            </a:r>
            <a:r>
              <a:rPr lang="en-US" dirty="0" smtClean="0"/>
              <a:t> </a:t>
            </a:r>
            <a:r>
              <a:rPr lang="en-US" dirty="0" err="1" smtClean="0"/>
              <a:t>intiutivni</a:t>
            </a:r>
            <a:r>
              <a:rPr lang="en-US" dirty="0" smtClean="0"/>
              <a:t> </a:t>
            </a:r>
            <a:r>
              <a:rPr lang="en-US" dirty="0" err="1" smtClean="0"/>
              <a:t>procesi</a:t>
            </a:r>
            <a:r>
              <a:rPr lang="en-US" dirty="0" smtClean="0"/>
              <a:t> </a:t>
            </a:r>
            <a:r>
              <a:rPr lang="en-US" dirty="0" err="1" smtClean="0"/>
              <a:t>građenja</a:t>
            </a:r>
            <a:r>
              <a:rPr lang="en-US" dirty="0" smtClean="0"/>
              <a:t> </a:t>
            </a:r>
            <a:r>
              <a:rPr lang="en-US" dirty="0" err="1" smtClean="0"/>
              <a:t>složenih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 </a:t>
            </a:r>
            <a:r>
              <a:rPr lang="en-US" dirty="0" err="1" smtClean="0"/>
              <a:t>deformacijom</a:t>
            </a:r>
            <a:r>
              <a:rPr lang="en-US" dirty="0" smtClean="0"/>
              <a:t> </a:t>
            </a:r>
            <a:r>
              <a:rPr lang="en-US" dirty="0" err="1" smtClean="0"/>
              <a:t>osnovnih</a:t>
            </a:r>
            <a:r>
              <a:rPr lang="en-US" dirty="0" smtClean="0"/>
              <a:t> </a:t>
            </a:r>
            <a:r>
              <a:rPr lang="en-US" dirty="0" err="1" smtClean="0"/>
              <a:t>zadatih</a:t>
            </a:r>
            <a:r>
              <a:rPr lang="en-US" dirty="0" smtClean="0"/>
              <a:t> </a:t>
            </a:r>
            <a:r>
              <a:rPr lang="en-US" dirty="0" err="1" smtClean="0"/>
              <a:t>prostih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, </a:t>
            </a:r>
            <a:r>
              <a:rPr lang="en-US" dirty="0" err="1" smtClean="0"/>
              <a:t>primitiva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sr-Latn-RS" dirty="0" smtClean="0"/>
          </a:p>
          <a:p>
            <a:pPr marL="0" indent="0" algn="just">
              <a:buNone/>
            </a:pPr>
            <a:r>
              <a:rPr lang="en-US" dirty="0" err="1" smtClean="0"/>
              <a:t>Sledeća</a:t>
            </a:r>
            <a:r>
              <a:rPr lang="en-US" dirty="0" smtClean="0"/>
              <a:t> </a:t>
            </a:r>
            <a:r>
              <a:rPr lang="en-US" dirty="0" err="1" smtClean="0"/>
              <a:t>slika</a:t>
            </a:r>
            <a:r>
              <a:rPr lang="en-US" dirty="0" smtClean="0"/>
              <a:t> </a:t>
            </a:r>
            <a:r>
              <a:rPr lang="en-US" dirty="0" err="1" smtClean="0"/>
              <a:t>predstavlja</a:t>
            </a:r>
            <a:r>
              <a:rPr lang="en-US" dirty="0" smtClean="0"/>
              <a:t> </a:t>
            </a:r>
            <a:r>
              <a:rPr lang="en-US" dirty="0" smtClean="0"/>
              <a:t>primer </a:t>
            </a:r>
            <a:r>
              <a:rPr lang="en-US" dirty="0" err="1" smtClean="0"/>
              <a:t>modelovanja</a:t>
            </a:r>
            <a:r>
              <a:rPr lang="en-US" dirty="0" smtClean="0"/>
              <a:t> </a:t>
            </a:r>
            <a:r>
              <a:rPr lang="en-US" dirty="0" err="1" smtClean="0"/>
              <a:t>izvlačenjem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deformacijama</a:t>
            </a:r>
            <a:r>
              <a:rPr lang="en-US" dirty="0" smtClean="0"/>
              <a:t>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osnovnog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 </a:t>
            </a:r>
            <a:r>
              <a:rPr lang="en-US" dirty="0" err="1" smtClean="0"/>
              <a:t>kvadra</a:t>
            </a:r>
            <a:r>
              <a:rPr lang="en-US" dirty="0" smtClean="0"/>
              <a:t>, </a:t>
            </a:r>
            <a:r>
              <a:rPr lang="en-US" dirty="0" err="1" smtClean="0"/>
              <a:t>preko</a:t>
            </a:r>
            <a:r>
              <a:rPr lang="en-US" dirty="0" smtClean="0"/>
              <a:t> </a:t>
            </a:r>
            <a:r>
              <a:rPr lang="en-US" dirty="0" err="1" smtClean="0"/>
              <a:t>grubog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 </a:t>
            </a:r>
            <a:r>
              <a:rPr lang="en-US" dirty="0" err="1" smtClean="0"/>
              <a:t>zamišljene</a:t>
            </a:r>
            <a:r>
              <a:rPr lang="en-US" dirty="0" smtClean="0"/>
              <a:t> </a:t>
            </a:r>
            <a:r>
              <a:rPr lang="en-US" dirty="0" err="1" smtClean="0"/>
              <a:t>letilice</a:t>
            </a:r>
            <a:r>
              <a:rPr lang="en-US" dirty="0" smtClean="0"/>
              <a:t> - </a:t>
            </a:r>
            <a:r>
              <a:rPr lang="en-US" dirty="0" err="1" smtClean="0"/>
              <a:t>igračke</a:t>
            </a:r>
            <a:r>
              <a:rPr lang="en-US" dirty="0" smtClean="0"/>
              <a:t>, do </a:t>
            </a:r>
            <a:r>
              <a:rPr lang="en-US" dirty="0" err="1" smtClean="0"/>
              <a:t>finalnog</a:t>
            </a:r>
            <a:r>
              <a:rPr lang="en-US" dirty="0" smtClean="0"/>
              <a:t>, </a:t>
            </a:r>
            <a:r>
              <a:rPr lang="en-US" dirty="0" err="1" smtClean="0"/>
              <a:t>umekšanog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sr-Latn-R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4400" dirty="0" smtClean="0"/>
              <a:t>DEFORMATIVNO MODELOVANJE</a:t>
            </a:r>
            <a:endParaRPr lang="en-US" sz="4400" dirty="0"/>
          </a:p>
        </p:txBody>
      </p:sp>
      <p:pic>
        <p:nvPicPr>
          <p:cNvPr id="2051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800" y="2426400"/>
            <a:ext cx="7214400" cy="36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4400" dirty="0" smtClean="0"/>
              <a:t>DEFORMATIVNO MODELOVANJE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sr-Latn-RS" dirty="0" smtClean="0"/>
          </a:p>
          <a:p>
            <a:pPr marL="0" indent="0" algn="just">
              <a:buNone/>
            </a:pPr>
            <a:r>
              <a:rPr lang="en-US" dirty="0" smtClean="0"/>
              <a:t>Na </a:t>
            </a:r>
            <a:r>
              <a:rPr lang="en-US" dirty="0" err="1" smtClean="0"/>
              <a:t>sledećoj</a:t>
            </a:r>
            <a:r>
              <a:rPr lang="en-US" dirty="0" smtClean="0"/>
              <a:t> </a:t>
            </a:r>
            <a:r>
              <a:rPr lang="en-US" dirty="0" err="1" smtClean="0"/>
              <a:t>slici</a:t>
            </a:r>
            <a:r>
              <a:rPr lang="en-US" dirty="0" smtClean="0"/>
              <a:t> 3. je </a:t>
            </a:r>
            <a:r>
              <a:rPr lang="en-US" dirty="0" err="1" smtClean="0"/>
              <a:t>metodom</a:t>
            </a:r>
            <a:r>
              <a:rPr lang="en-US" dirty="0" smtClean="0"/>
              <a:t> </a:t>
            </a:r>
            <a:r>
              <a:rPr lang="en-US" dirty="0" err="1" smtClean="0"/>
              <a:t>elementarnog</a:t>
            </a:r>
            <a:r>
              <a:rPr lang="en-US" dirty="0" smtClean="0"/>
              <a:t> </a:t>
            </a:r>
            <a:r>
              <a:rPr lang="en-US" dirty="0" err="1" smtClean="0"/>
              <a:t>modelovanja</a:t>
            </a:r>
            <a:r>
              <a:rPr lang="en-US" dirty="0" smtClean="0"/>
              <a:t> </a:t>
            </a:r>
            <a:r>
              <a:rPr lang="en-US" dirty="0" err="1" smtClean="0"/>
              <a:t>izgrađena</a:t>
            </a:r>
            <a:r>
              <a:rPr lang="en-US" dirty="0" smtClean="0"/>
              <a:t> </a:t>
            </a:r>
            <a:r>
              <a:rPr lang="en-US" dirty="0" err="1" smtClean="0"/>
              <a:t>površina</a:t>
            </a:r>
            <a:r>
              <a:rPr lang="en-US" dirty="0" smtClean="0"/>
              <a:t> </a:t>
            </a:r>
            <a:r>
              <a:rPr lang="en-US" dirty="0" err="1" smtClean="0"/>
              <a:t>lica</a:t>
            </a:r>
            <a:r>
              <a:rPr lang="en-US" dirty="0" smtClean="0"/>
              <a:t>, a </a:t>
            </a:r>
            <a:r>
              <a:rPr lang="en-US" dirty="0" err="1" smtClean="0"/>
              <a:t>zatim</a:t>
            </a:r>
            <a:r>
              <a:rPr lang="en-US" dirty="0" smtClean="0"/>
              <a:t> </a:t>
            </a:r>
            <a:r>
              <a:rPr lang="en-US" dirty="0" err="1" smtClean="0"/>
              <a:t>izmenjena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korigovana</a:t>
            </a:r>
            <a:r>
              <a:rPr lang="en-US" dirty="0" smtClean="0"/>
              <a:t> </a:t>
            </a:r>
            <a:r>
              <a:rPr lang="en-US" dirty="0" err="1" smtClean="0"/>
              <a:t>deformacionim</a:t>
            </a:r>
            <a:r>
              <a:rPr lang="en-US" dirty="0" smtClean="0"/>
              <a:t> </a:t>
            </a:r>
            <a:r>
              <a:rPr lang="en-US" dirty="0" err="1" smtClean="0"/>
              <a:t>tehnikama</a:t>
            </a:r>
            <a:r>
              <a:rPr lang="en-US" dirty="0" smtClean="0"/>
              <a:t>.</a:t>
            </a:r>
            <a:endParaRPr lang="sr-Latn-RS" dirty="0" smtClean="0"/>
          </a:p>
          <a:p>
            <a:pPr marL="0" indent="0" algn="just">
              <a:buNone/>
            </a:pPr>
            <a:endParaRPr lang="sr-Latn-RS" dirty="0" smtClean="0"/>
          </a:p>
          <a:p>
            <a:pPr marL="0" indent="0" algn="just">
              <a:buNone/>
            </a:pPr>
            <a:r>
              <a:rPr lang="en-US" dirty="0" err="1" smtClean="0"/>
              <a:t>Površina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licu</a:t>
            </a:r>
            <a:r>
              <a:rPr lang="en-US" dirty="0" smtClean="0"/>
              <a:t> </a:t>
            </a:r>
            <a:r>
              <a:rPr lang="en-US" dirty="0" err="1" smtClean="0"/>
              <a:t>koja</a:t>
            </a:r>
            <a:r>
              <a:rPr lang="en-US" dirty="0" smtClean="0"/>
              <a:t> je </a:t>
            </a:r>
            <a:r>
              <a:rPr lang="en-US" dirty="0" err="1" smtClean="0"/>
              <a:t>označena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crvenom</a:t>
            </a:r>
            <a:r>
              <a:rPr lang="en-US" dirty="0" smtClean="0"/>
              <a:t> </a:t>
            </a:r>
            <a:r>
              <a:rPr lang="en-US" dirty="0" err="1" smtClean="0"/>
              <a:t>bojom</a:t>
            </a:r>
            <a:r>
              <a:rPr lang="en-US" dirty="0" smtClean="0"/>
              <a:t>, </a:t>
            </a:r>
            <a:r>
              <a:rPr lang="en-US" dirty="0" err="1" smtClean="0"/>
              <a:t>predstavlja</a:t>
            </a:r>
            <a:r>
              <a:rPr lang="en-US" dirty="0" smtClean="0"/>
              <a:t> </a:t>
            </a:r>
            <a:r>
              <a:rPr lang="en-US" dirty="0" err="1" smtClean="0"/>
              <a:t>postupak</a:t>
            </a:r>
            <a:r>
              <a:rPr lang="en-US" dirty="0" smtClean="0"/>
              <a:t> </a:t>
            </a:r>
            <a:r>
              <a:rPr lang="en-US" dirty="0" err="1" smtClean="0"/>
              <a:t>izvlačenja</a:t>
            </a:r>
            <a:r>
              <a:rPr lang="en-US" dirty="0" smtClean="0"/>
              <a:t> </a:t>
            </a:r>
            <a:r>
              <a:rPr lang="en-US" dirty="0" err="1" smtClean="0"/>
              <a:t>površine</a:t>
            </a:r>
            <a:r>
              <a:rPr lang="en-US" dirty="0" smtClean="0"/>
              <a:t> </a:t>
            </a:r>
            <a:r>
              <a:rPr lang="en-US" dirty="0" err="1" smtClean="0"/>
              <a:t>nosa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4400" dirty="0" smtClean="0"/>
              <a:t>DEFORMATIVNO MODELOVANJE</a:t>
            </a:r>
            <a:endParaRPr lang="en-US" sz="4400" dirty="0"/>
          </a:p>
        </p:txBody>
      </p:sp>
      <p:pic>
        <p:nvPicPr>
          <p:cNvPr id="2050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803" y="2426400"/>
            <a:ext cx="7214400" cy="39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sr-Latn-RS" sz="4400" dirty="0" smtClean="0"/>
              <a:t>SEGMENTARNO</a:t>
            </a:r>
            <a:r>
              <a:rPr lang="en-US" sz="4400" dirty="0" smtClean="0"/>
              <a:t> MODELOVANJE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396000" algn="just"/>
            <a:r>
              <a:rPr lang="sr-Latn-RS" dirty="0" smtClean="0"/>
              <a:t> P</a:t>
            </a:r>
            <a:r>
              <a:rPr lang="en-US" dirty="0" err="1" smtClean="0"/>
              <a:t>osledica</a:t>
            </a:r>
            <a:r>
              <a:rPr lang="en-US" dirty="0" smtClean="0"/>
              <a:t> </a:t>
            </a:r>
            <a:r>
              <a:rPr lang="en-US" dirty="0" smtClean="0"/>
              <a:t>je </a:t>
            </a:r>
            <a:r>
              <a:rPr lang="en-US" dirty="0" err="1" smtClean="0"/>
              <a:t>algoritamske</a:t>
            </a:r>
            <a:r>
              <a:rPr lang="en-US" dirty="0" smtClean="0"/>
              <a:t> </a:t>
            </a:r>
            <a:r>
              <a:rPr lang="en-US" dirty="0" err="1" smtClean="0"/>
              <a:t>osnove</a:t>
            </a:r>
            <a:r>
              <a:rPr lang="en-US" dirty="0" smtClean="0"/>
              <a:t> </a:t>
            </a:r>
            <a:r>
              <a:rPr lang="en-US" dirty="0" err="1" smtClean="0"/>
              <a:t>alata</a:t>
            </a:r>
            <a:endParaRPr lang="sr-Latn-RS" dirty="0" smtClean="0"/>
          </a:p>
          <a:p>
            <a:pPr marL="432000" indent="-396000" algn="just"/>
            <a:r>
              <a:rPr lang="sr-Latn-RS" dirty="0" smtClean="0"/>
              <a:t>P</a:t>
            </a:r>
            <a:r>
              <a:rPr lang="en-US" dirty="0" err="1" smtClean="0"/>
              <a:t>odrazumeva</a:t>
            </a:r>
            <a:r>
              <a:rPr lang="en-US" dirty="0" smtClean="0"/>
              <a:t> </a:t>
            </a:r>
            <a:r>
              <a:rPr lang="en-US" dirty="0" err="1" smtClean="0"/>
              <a:t>kalkulaciju</a:t>
            </a:r>
            <a:r>
              <a:rPr lang="en-US" dirty="0" smtClean="0"/>
              <a:t> </a:t>
            </a:r>
            <a:r>
              <a:rPr lang="en-US" dirty="0" err="1" smtClean="0"/>
              <a:t>finalnog</a:t>
            </a:r>
            <a:r>
              <a:rPr lang="en-US" dirty="0" smtClean="0"/>
              <a:t> </a:t>
            </a:r>
            <a:r>
              <a:rPr lang="en-US" dirty="0" err="1" smtClean="0"/>
              <a:t>modela</a:t>
            </a:r>
            <a:r>
              <a:rPr lang="en-US" dirty="0" smtClean="0"/>
              <a:t> </a:t>
            </a:r>
            <a:r>
              <a:rPr lang="en-US" dirty="0" err="1" smtClean="0"/>
              <a:t>realizovanog</a:t>
            </a:r>
            <a:r>
              <a:rPr lang="en-US" dirty="0" smtClean="0"/>
              <a:t> </a:t>
            </a:r>
            <a:r>
              <a:rPr lang="en-US" dirty="0" err="1" smtClean="0"/>
              <a:t>iz</a:t>
            </a:r>
            <a:r>
              <a:rPr lang="en-US" dirty="0" smtClean="0"/>
              <a:t> </a:t>
            </a:r>
            <a:r>
              <a:rPr lang="en-US" dirty="0" err="1" smtClean="0"/>
              <a:t>potpuno</a:t>
            </a:r>
            <a:r>
              <a:rPr lang="en-US" dirty="0" smtClean="0"/>
              <a:t> </a:t>
            </a:r>
            <a:r>
              <a:rPr lang="en-US" dirty="0" err="1" smtClean="0"/>
              <a:t>izgrađenih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, </a:t>
            </a:r>
            <a:r>
              <a:rPr lang="en-US" dirty="0" err="1" smtClean="0"/>
              <a:t>segmenata</a:t>
            </a:r>
            <a:r>
              <a:rPr lang="en-US" dirty="0" smtClean="0"/>
              <a:t>.</a:t>
            </a:r>
            <a:endParaRPr lang="sr-Latn-RS" dirty="0" smtClean="0"/>
          </a:p>
          <a:p>
            <a:pPr marL="432000" indent="-396000" algn="just"/>
            <a:r>
              <a:rPr lang="en-US" dirty="0" err="1" smtClean="0"/>
              <a:t>Modelovanje</a:t>
            </a:r>
            <a:r>
              <a:rPr lang="en-US" dirty="0" smtClean="0"/>
              <a:t> </a:t>
            </a:r>
            <a:r>
              <a:rPr lang="en-US" dirty="0" err="1" smtClean="0"/>
              <a:t>slojevima</a:t>
            </a:r>
            <a:r>
              <a:rPr lang="en-US" dirty="0" smtClean="0"/>
              <a:t> </a:t>
            </a:r>
            <a:r>
              <a:rPr lang="en-US" dirty="0" err="1" smtClean="0"/>
              <a:t>dodaje</a:t>
            </a:r>
            <a:r>
              <a:rPr lang="en-US" dirty="0" smtClean="0"/>
              <a:t> </a:t>
            </a:r>
            <a:r>
              <a:rPr lang="en-US" dirty="0" err="1" smtClean="0"/>
              <a:t>sastavnu</a:t>
            </a:r>
            <a:r>
              <a:rPr lang="en-US" dirty="0" smtClean="0"/>
              <a:t> </a:t>
            </a:r>
            <a:r>
              <a:rPr lang="en-US" dirty="0" err="1" smtClean="0"/>
              <a:t>površinu</a:t>
            </a:r>
            <a:r>
              <a:rPr lang="en-US" dirty="0" smtClean="0"/>
              <a:t> </a:t>
            </a:r>
            <a:r>
              <a:rPr lang="en-US" dirty="0" err="1" smtClean="0"/>
              <a:t>između</a:t>
            </a:r>
            <a:r>
              <a:rPr lang="en-US" dirty="0" smtClean="0"/>
              <a:t> </a:t>
            </a:r>
            <a:r>
              <a:rPr lang="en-US" dirty="0" err="1" smtClean="0"/>
              <a:t>dva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.</a:t>
            </a:r>
            <a:endParaRPr lang="sr-Latn-RS" dirty="0" smtClean="0"/>
          </a:p>
          <a:p>
            <a:pPr marL="432000" indent="-396000" algn="just"/>
            <a:r>
              <a:rPr lang="en-US" dirty="0" err="1" smtClean="0"/>
              <a:t>Modelovanje</a:t>
            </a:r>
            <a:r>
              <a:rPr lang="en-US" dirty="0" smtClean="0"/>
              <a:t> </a:t>
            </a:r>
            <a:r>
              <a:rPr lang="en-US" dirty="0" err="1" smtClean="0"/>
              <a:t>presecima</a:t>
            </a:r>
            <a:r>
              <a:rPr lang="en-US" dirty="0" smtClean="0"/>
              <a:t> </a:t>
            </a:r>
            <a:r>
              <a:rPr lang="en-US" dirty="0" err="1" smtClean="0"/>
              <a:t>zasnovano</a:t>
            </a:r>
            <a:r>
              <a:rPr lang="en-US" dirty="0" smtClean="0"/>
              <a:t> je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tzv</a:t>
            </a:r>
            <a:r>
              <a:rPr lang="en-US" dirty="0" smtClean="0"/>
              <a:t>. </a:t>
            </a:r>
            <a:r>
              <a:rPr lang="en-US" dirty="0" err="1" smtClean="0"/>
              <a:t>Bulovim</a:t>
            </a:r>
            <a:r>
              <a:rPr lang="en-US" dirty="0" smtClean="0"/>
              <a:t> </a:t>
            </a:r>
            <a:r>
              <a:rPr lang="en-US" dirty="0" err="1" smtClean="0"/>
              <a:t>logičkim</a:t>
            </a:r>
            <a:r>
              <a:rPr lang="en-US" dirty="0" smtClean="0"/>
              <a:t> </a:t>
            </a:r>
            <a:r>
              <a:rPr lang="en-US" dirty="0" err="1" smtClean="0"/>
              <a:t>operacijama</a:t>
            </a:r>
            <a:r>
              <a:rPr lang="en-US" dirty="0" smtClean="0"/>
              <a:t>, </a:t>
            </a:r>
            <a:r>
              <a:rPr lang="en-US" dirty="0" err="1" smtClean="0"/>
              <a:t>odnosno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matematičkim</a:t>
            </a:r>
            <a:r>
              <a:rPr lang="en-US" dirty="0" smtClean="0"/>
              <a:t> </a:t>
            </a:r>
            <a:r>
              <a:rPr lang="en-US" dirty="0" err="1" smtClean="0"/>
              <a:t>proračunima</a:t>
            </a:r>
            <a:r>
              <a:rPr lang="en-US" dirty="0" smtClean="0"/>
              <a:t> </a:t>
            </a:r>
            <a:r>
              <a:rPr lang="en-US" dirty="0" err="1" smtClean="0"/>
              <a:t>razlike</a:t>
            </a:r>
            <a:r>
              <a:rPr lang="en-US" dirty="0" smtClean="0"/>
              <a:t> </a:t>
            </a:r>
            <a:r>
              <a:rPr lang="en-US" dirty="0" err="1" smtClean="0"/>
              <a:t>dva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sr-Latn-RS" sz="4400" dirty="0" smtClean="0"/>
              <a:t>SEGMENTARNO</a:t>
            </a:r>
            <a:r>
              <a:rPr lang="en-US" sz="4400" dirty="0" smtClean="0"/>
              <a:t> MODELOVANJE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 </a:t>
            </a:r>
          </a:p>
          <a:p>
            <a:pPr marL="0" indent="0" algn="just">
              <a:buNone/>
            </a:pPr>
            <a:r>
              <a:rPr lang="en-US" dirty="0" err="1" smtClean="0"/>
              <a:t>Modelovanje</a:t>
            </a:r>
            <a:r>
              <a:rPr lang="en-US" dirty="0" smtClean="0"/>
              <a:t> </a:t>
            </a:r>
            <a:r>
              <a:rPr lang="en-US" dirty="0" err="1" smtClean="0"/>
              <a:t>animacijom</a:t>
            </a:r>
            <a:r>
              <a:rPr lang="en-US" dirty="0" smtClean="0"/>
              <a:t> </a:t>
            </a:r>
            <a:r>
              <a:rPr lang="en-US" dirty="0" err="1" smtClean="0"/>
              <a:t>predstavlja</a:t>
            </a:r>
            <a:r>
              <a:rPr lang="en-US" dirty="0" smtClean="0"/>
              <a:t> </a:t>
            </a:r>
            <a:r>
              <a:rPr lang="en-US" dirty="0" err="1" smtClean="0"/>
              <a:t>proces</a:t>
            </a:r>
            <a:r>
              <a:rPr lang="en-US" dirty="0" smtClean="0"/>
              <a:t> </a:t>
            </a:r>
            <a:r>
              <a:rPr lang="en-US" dirty="0" err="1" smtClean="0"/>
              <a:t>izgradnje</a:t>
            </a:r>
            <a:r>
              <a:rPr lang="en-US" dirty="0" smtClean="0"/>
              <a:t> </a:t>
            </a:r>
            <a:r>
              <a:rPr lang="en-US" dirty="0" err="1" smtClean="0"/>
              <a:t>finalnog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 </a:t>
            </a:r>
            <a:r>
              <a:rPr lang="en-US" dirty="0" err="1" smtClean="0"/>
              <a:t>registrovanjem</a:t>
            </a:r>
            <a:r>
              <a:rPr lang="en-US" dirty="0" smtClean="0"/>
              <a:t> </a:t>
            </a:r>
            <a:r>
              <a:rPr lang="en-US" dirty="0" err="1" smtClean="0"/>
              <a:t>promene</a:t>
            </a:r>
            <a:r>
              <a:rPr lang="en-US" dirty="0" smtClean="0"/>
              <a:t> </a:t>
            </a:r>
            <a:r>
              <a:rPr lang="en-US" dirty="0" err="1" smtClean="0"/>
              <a:t>osnovnog</a:t>
            </a:r>
            <a:r>
              <a:rPr lang="en-US" dirty="0" smtClean="0"/>
              <a:t>, </a:t>
            </a:r>
            <a:r>
              <a:rPr lang="en-US" dirty="0" err="1" smtClean="0"/>
              <a:t>polaznog</a:t>
            </a:r>
            <a:r>
              <a:rPr lang="en-US" dirty="0" smtClean="0"/>
              <a:t> </a:t>
            </a:r>
            <a:r>
              <a:rPr lang="en-US" dirty="0" err="1" smtClean="0"/>
              <a:t>oblika</a:t>
            </a:r>
            <a:r>
              <a:rPr lang="en-US" dirty="0" smtClean="0"/>
              <a:t> </a:t>
            </a:r>
            <a:r>
              <a:rPr lang="en-US" dirty="0" err="1" smtClean="0"/>
              <a:t>tokom</a:t>
            </a:r>
            <a:r>
              <a:rPr lang="en-US" dirty="0" smtClean="0"/>
              <a:t> </a:t>
            </a:r>
            <a:r>
              <a:rPr lang="en-US" dirty="0" err="1" smtClean="0"/>
              <a:t>kretanja</a:t>
            </a:r>
            <a:r>
              <a:rPr lang="en-US" dirty="0" smtClean="0"/>
              <a:t> u </a:t>
            </a:r>
            <a:r>
              <a:rPr lang="en-US" dirty="0" err="1" smtClean="0"/>
              <a:t>prostoru</a:t>
            </a:r>
            <a:r>
              <a:rPr lang="en-US" dirty="0" smtClean="0"/>
              <a:t>, u </a:t>
            </a:r>
            <a:r>
              <a:rPr lang="en-US" dirty="0" err="1" smtClean="0"/>
              <a:t>zadatoj</a:t>
            </a:r>
            <a:r>
              <a:rPr lang="en-US" dirty="0" smtClean="0"/>
              <a:t> </a:t>
            </a:r>
            <a:r>
              <a:rPr lang="en-US" dirty="0" err="1" smtClean="0"/>
              <a:t>vrednosti</a:t>
            </a:r>
            <a:r>
              <a:rPr lang="en-US" dirty="0" smtClean="0"/>
              <a:t> </a:t>
            </a:r>
            <a:r>
              <a:rPr lang="en-US" dirty="0" err="1" smtClean="0"/>
              <a:t>vremena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775542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000" dir="5400000" sy="-100000" algn="bl" rotWithShape="0"/>
          </a:effectLst>
        </p:spPr>
        <p:txBody>
          <a:bodyPr>
            <a:noAutofit/>
          </a:bodyPr>
          <a:lstStyle/>
          <a:p>
            <a:r>
              <a:rPr lang="sr-Latn-RS" sz="4400" dirty="0" smtClean="0"/>
              <a:t>SEGMENTARNO</a:t>
            </a:r>
            <a:r>
              <a:rPr lang="en-US" sz="4400" dirty="0" smtClean="0"/>
              <a:t> MODELOVANJE</a:t>
            </a:r>
            <a:endParaRPr lang="en-US" sz="4400" dirty="0"/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800" y="2426400"/>
            <a:ext cx="7214400" cy="36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326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TEHNIKE MODELOVANJA</vt:lpstr>
      <vt:lpstr>TEHNIKE MODELOVANJA</vt:lpstr>
      <vt:lpstr>TEHNIKE MODELOVANJA</vt:lpstr>
      <vt:lpstr>ELEMENTARNO MODELOVANJE</vt:lpstr>
      <vt:lpstr>Modelovanje lica iscrtavanjem linija i izvlačenjem površine</vt:lpstr>
      <vt:lpstr>DEFORMATIVNO MODELOVANJE</vt:lpstr>
      <vt:lpstr>DEFORMATIVNO MODELOVANJE</vt:lpstr>
      <vt:lpstr>DEFORMATIVNO MODELOVANJE</vt:lpstr>
      <vt:lpstr>DEFORMATIVNO MODELOVANJE</vt:lpstr>
      <vt:lpstr>SEGMENTARNO MODELOVANJE</vt:lpstr>
      <vt:lpstr>SEGMENTARNO MODELOVANJE</vt:lpstr>
      <vt:lpstr>SEGMENTARNO MODELOVANJE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Jovan</dc:creator>
  <cp:lastModifiedBy>Jovan</cp:lastModifiedBy>
  <cp:revision>10</cp:revision>
  <dcterms:created xsi:type="dcterms:W3CDTF">2013-11-12T21:51:51Z</dcterms:created>
  <dcterms:modified xsi:type="dcterms:W3CDTF">2013-11-12T23:48:30Z</dcterms:modified>
</cp:coreProperties>
</file>